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EA5E9"/>
                </a:solidFill>
                <a:latin typeface="Arial"/>
              </a:defRPr>
            </a:pPr>
            <a:r>
              <a:t>DATALYZE AI</a:t>
            </a:r>
          </a:p>
          <a:p>
            <a:pPr>
              <a:spcAft>
                <a:spcPts val="2000"/>
              </a:spcAft>
              <a:defRPr b="1" sz="3600">
                <a:solidFill>
                  <a:srgbClr val="FFFFFF"/>
                </a:solidFill>
                <a:latin typeface="Arial"/>
              </a:defRPr>
            </a:pPr>
            <a:r>
              <a:t>ATHARVA PERFORMANCE PACK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Automated Executive Presentation  •  Compiled on 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